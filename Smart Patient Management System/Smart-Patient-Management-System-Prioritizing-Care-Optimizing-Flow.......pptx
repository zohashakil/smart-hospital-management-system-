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elasi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11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3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22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416" y="0"/>
            <a:ext cx="4458984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214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Hospital Patient Management System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Technologies Used: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C++, HTML, CSS, JavaScript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48645"/>
            <a:ext cx="7556421" cy="3798689"/>
          </a:xfrm>
          <a:prstGeom prst="roundRect">
            <a:avLst>
              <a:gd name="adj" fmla="val 896"/>
            </a:avLst>
          </a:prstGeom>
          <a:solidFill>
            <a:srgbClr val="332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373213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Presented by: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0604" y="429910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Zoha Shakeel  (f24610030)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486608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Maheen Masood (f24610044)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543306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Submitted to :  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0604" y="600003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Maam Tabinda Nasir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656701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Subject: Data Structure  Algorithm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88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6690" y="23517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Hospitals need proper patient management.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Emergency patients must be treated first.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Manual systems cause delays and mistakes.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This project manages emergency and normal patients.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It uses data structures and algorithms.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Emergency patients get priority treatment.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Patient records are stored properly.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A simple frontend makes the system easy to use.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36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126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 Hospitals face many problems such as: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Emergency patients are not treated first.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Normal patient queues are not managed properly.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Patient records are hard to store and search.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Manual systems increase waiting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Therefore, an automated system is required.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240601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Priority</a:t>
            </a:r>
            <a:endParaRPr lang="en-US" sz="2200" b="1" dirty="0"/>
          </a:p>
        </p:txBody>
      </p:sp>
      <p:sp>
        <p:nvSpPr>
          <p:cNvPr id="8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Efficient emergency patient management using priority queue (max-heap)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371" y="2406015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Normal Patient Flow</a:t>
            </a:r>
            <a:endParaRPr lang="en-US" sz="2200" b="1" dirty="0"/>
          </a:p>
        </p:txBody>
      </p:sp>
      <p:sp>
        <p:nvSpPr>
          <p:cNvPr id="14" name="Text 10"/>
          <p:cNvSpPr/>
          <p:nvPr/>
        </p:nvSpPr>
        <p:spPr>
          <a:xfrm>
            <a:off x="7685842" y="359949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 normal patients in a FIFO queue (linked list).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1614" y="5013484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Rapid Record Access</a:t>
            </a:r>
            <a:endParaRPr lang="en-US" sz="2200" b="1" dirty="0"/>
          </a:p>
        </p:txBody>
      </p:sp>
      <p:sp>
        <p:nvSpPr>
          <p:cNvPr id="20" name="Text 15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Maintain patient records using a hash table for fast search, update, and delete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6371" y="5013484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Operational Analytics</a:t>
            </a:r>
            <a:endParaRPr lang="en-US" sz="2200" b="1" dirty="0"/>
          </a:p>
        </p:txBody>
      </p:sp>
      <p:sp>
        <p:nvSpPr>
          <p:cNvPr id="26" name="Text 20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analytics: total patients treated, average waiting time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464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987" y="2863453"/>
            <a:ext cx="5566886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Scope &amp; Limitation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797719" y="3731538"/>
            <a:ext cx="22860" cy="3981093"/>
          </a:xfrm>
          <a:prstGeom prst="roundRect">
            <a:avLst>
              <a:gd name="adj" fmla="val 123176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74859" y="3931206"/>
            <a:ext cx="375404" cy="22860"/>
          </a:xfrm>
          <a:prstGeom prst="roundRect">
            <a:avLst>
              <a:gd name="adj" fmla="val 123176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27353" y="3872270"/>
            <a:ext cx="140732" cy="140732"/>
          </a:xfrm>
          <a:prstGeom prst="roundRect">
            <a:avLst>
              <a:gd name="adj" fmla="val 32487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48646" y="3795951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Scope of the Project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48646" y="4201716"/>
            <a:ext cx="1242476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Applicable to small to medium hospitals or clinics.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Managing emergency and normal patients separately.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Giving priority to emergency patients.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Storing and searching patient records easily.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Providing a simple web-based interface.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4859" y="6315908"/>
            <a:ext cx="375404" cy="22860"/>
          </a:xfrm>
          <a:prstGeom prst="roundRect">
            <a:avLst>
              <a:gd name="adj" fmla="val 123176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27353" y="6256973"/>
            <a:ext cx="140732" cy="140732"/>
          </a:xfrm>
          <a:prstGeom prst="roundRect">
            <a:avLst>
              <a:gd name="adj" fmla="val 324873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48646" y="6180653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Limitations: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48646" y="6586418"/>
            <a:ext cx="1242476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No database is used.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 Suitable for learning and small-scale use</a:t>
            </a:r>
            <a:endParaRPr lang="en-US" sz="1450" dirty="0">
              <a:solidFill>
                <a:schemeClr val="bg2">
                  <a:lumMod val="90000"/>
                </a:schemeClr>
              </a:solidFill>
              <a:latin typeface="Gelasio" panose="020B0604020202020204" charset="0"/>
              <a:ea typeface="Gelasio" pitchFamily="34" charset="-122"/>
              <a:cs typeface="Gelasio" panose="020B0604020202020204" charset="0"/>
            </a:endParaRPr>
          </a:p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574119"/>
            <a:ext cx="9213533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Methodology: The Interactive Workflow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29615" y="1642586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project follows a modular and interactive approach: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9615" y="2210514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Patient Entry:   </a:t>
            </a: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enters patient ID, name, and priority (if emergency)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9615" y="2778443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2.Queue Assignment: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3322" y="3179624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Emergency patients → PriorityQueue (Max-Heap)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cs typeface="Gelasio" pitchFamily="34" charset="-120"/>
              </a:rPr>
              <a:t>        Normal patient </a:t>
            </a: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→   </a:t>
            </a:r>
            <a:r>
              <a:rPr lang="en-US" sz="1600" dirty="0" err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NormalQueue</a:t>
            </a: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(Linked List)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9615" y="4081045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3.Treatment: System treats the next patient based on priority.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9615" y="4633287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4.Record Keeping: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37" y="5083998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Stores patient information in a HashTable for quick search/update.</a:t>
            </a:r>
          </a:p>
          <a:p>
            <a:pPr marL="285750" indent="-28575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Tracks arrival time and treatment time to calculate waiting time.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9615" y="5977577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5.Reporting: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3322" y="6455503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Generates analytics report: total patients treated, average waiting time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622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702" y="2467689"/>
            <a:ext cx="4769644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Algorithms Used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67702" y="3344644"/>
            <a:ext cx="370534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Queue (Priority Queue)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67702" y="3902987"/>
            <a:ext cx="6414849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Insertion: Place patient in heap; bubble up to maintain max-heap property.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7701" y="4742318"/>
            <a:ext cx="641484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Treatment: Extract max from heap; bubble down to </a:t>
            </a:r>
          </a:p>
          <a:p>
            <a:pPr algn="l">
              <a:lnSpc>
                <a:spcPts val="2400"/>
              </a:lnSpc>
              <a:buSzPct val="100000"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maintain   heap</a:t>
            </a: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8178" y="5703153"/>
            <a:ext cx="370486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Normal Queue (First-In, First-Out</a:t>
            </a: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7702" y="6199820"/>
            <a:ext cx="641484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Enqueue: Add patient at rear</a:t>
            </a: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700" y="6560043"/>
            <a:ext cx="641484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Dequeue: Remove patient from front</a:t>
            </a:r>
            <a:r>
              <a:rPr lang="en-US" sz="1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16597" y="3446381"/>
            <a:ext cx="3104555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Patient Records (Hash Table)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13727" y="3858638"/>
            <a:ext cx="6414849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Insert/Search/Update/Delete: Use patient ID as key; hash to index; store in linked list at that index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16597" y="5084623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Wait Time Calculation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016597" y="5428533"/>
            <a:ext cx="641484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Wait Time = Treatment Time - Arrival Time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1067454"/>
            <a:ext cx="119455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Structures Used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06234"/>
            <a:ext cx="13042821" cy="2979420"/>
          </a:xfrm>
          <a:prstGeom prst="roundRect">
            <a:avLst>
              <a:gd name="adj" fmla="val 11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209800"/>
            <a:ext cx="13027581" cy="20172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</a:t>
            </a:r>
          </a:p>
        </p:txBody>
      </p:sp>
      <p:sp>
        <p:nvSpPr>
          <p:cNvPr id="5" name="Text 3"/>
          <p:cNvSpPr/>
          <p:nvPr/>
        </p:nvSpPr>
        <p:spPr>
          <a:xfrm>
            <a:off x="1028343" y="335756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Queue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35756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Max-Heap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1388" y="3357563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Quickly fetch highest-priority patient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22707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437078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Normal Queue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4370784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Singly Linked List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51388" y="437078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FIFO order for normal patients.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87739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343" y="502110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Patient Records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5021104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Hash Table (Separate Chaining)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51388" y="502110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 insert/search/update/delete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52771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343" y="567142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Wait Times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671423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Vector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567142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Store wait times for analytics</a:t>
            </a:r>
            <a:endParaRPr lang="en-US" sz="17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778539-9958-62C8-6755-B76EEA8F7D3C}"/>
              </a:ext>
            </a:extLst>
          </p:cNvPr>
          <p:cNvSpPr txBox="1"/>
          <p:nvPr/>
        </p:nvSpPr>
        <p:spPr>
          <a:xfrm>
            <a:off x="4828460" y="2292172"/>
            <a:ext cx="7315200" cy="44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 Structure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A08B57-51FF-3D2A-1F33-7A32A47216F3}"/>
              </a:ext>
            </a:extLst>
          </p:cNvPr>
          <p:cNvSpPr txBox="1"/>
          <p:nvPr/>
        </p:nvSpPr>
        <p:spPr>
          <a:xfrm>
            <a:off x="10151388" y="2305423"/>
            <a:ext cx="7315200" cy="44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Reason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2010608"/>
            <a:ext cx="7556421" cy="1037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Architecture: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2352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The UML shows how the system manages patients. Emergency patients go to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MaxHeap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, normal patients to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NormalQueue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, and all records are stored in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HashTable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for fast access.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HospitalSystem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controls everything and calculates wait times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40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439" y="2855833"/>
            <a:ext cx="6487001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Sample Output &amp; Key Analytics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5439" y="3721894"/>
            <a:ext cx="13319522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Sample console output for treated patient: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5439" y="4232077"/>
            <a:ext cx="6566178" cy="3488293"/>
          </a:xfrm>
          <a:prstGeom prst="roundRect">
            <a:avLst>
              <a:gd name="adj" fmla="val 805"/>
            </a:avLst>
          </a:prstGeom>
          <a:solidFill>
            <a:srgbClr val="464342"/>
          </a:solidFill>
          <a:ln w="2286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23" y="4142661"/>
            <a:ext cx="224671" cy="22467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362" y="7585115"/>
            <a:ext cx="224671" cy="2246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9167" y="4535805"/>
            <a:ext cx="327302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Treated Patient Console Output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959167" y="5038963"/>
            <a:ext cx="5958721" cy="2377678"/>
          </a:xfrm>
          <a:prstGeom prst="roundRect">
            <a:avLst>
              <a:gd name="adj" fmla="val 1181"/>
            </a:avLst>
          </a:prstGeom>
          <a:solidFill>
            <a:srgbClr val="535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949881" y="5038963"/>
            <a:ext cx="5977295" cy="2377678"/>
          </a:xfrm>
          <a:prstGeom prst="roundRect">
            <a:avLst>
              <a:gd name="adj" fmla="val 1181"/>
            </a:avLst>
          </a:prstGeom>
          <a:solidFill>
            <a:srgbClr val="535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137047" y="5179338"/>
            <a:ext cx="5602962" cy="2096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 Patient Treated ---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ID: 101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Name: John Doe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8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Arrival: Mon Dec 23 11:45:32 2025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Treatment: Mon Dec 23 11:50:12 2025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 time (seconds): 280.00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7408783" y="4232077"/>
            <a:ext cx="6566178" cy="3488293"/>
          </a:xfrm>
          <a:prstGeom prst="roundRect">
            <a:avLst>
              <a:gd name="adj" fmla="val 805"/>
            </a:avLst>
          </a:prstGeom>
          <a:solidFill>
            <a:srgbClr val="464342"/>
          </a:solidFill>
          <a:ln w="22860">
            <a:solidFill>
              <a:srgbClr val="C4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367" y="4142661"/>
            <a:ext cx="224671" cy="224671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9706" y="7585115"/>
            <a:ext cx="224671" cy="224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12512" y="4535805"/>
            <a:ext cx="3326963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Administrative Analytics Report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7712512" y="5038963"/>
            <a:ext cx="5958721" cy="1179433"/>
          </a:xfrm>
          <a:prstGeom prst="roundRect">
            <a:avLst>
              <a:gd name="adj" fmla="val 2382"/>
            </a:avLst>
          </a:prstGeom>
          <a:solidFill>
            <a:srgbClr val="535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7703225" y="5038963"/>
            <a:ext cx="5977295" cy="1179433"/>
          </a:xfrm>
          <a:prstGeom prst="roundRect">
            <a:avLst>
              <a:gd name="adj" fmla="val 2382"/>
            </a:avLst>
          </a:prstGeom>
          <a:solidFill>
            <a:srgbClr val="535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7890391" y="5179338"/>
            <a:ext cx="5602962" cy="89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 Analytics Report ---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patients treated: 25 </a:t>
            </a:r>
            <a:endParaRPr lang="en-US" sz="145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wait time (seconds): 312.45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226" y="854646"/>
            <a:ext cx="8928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 &amp; Reference</a:t>
            </a:r>
            <a:endParaRPr lang="en-US" sz="5400" dirty="0"/>
          </a:p>
          <a:p>
            <a:pPr marL="0" indent="0" algn="l">
              <a:lnSpc>
                <a:spcPts val="5550"/>
              </a:lnSpc>
              <a:buNone/>
            </a:pP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89" y="19106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Future Work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In the future, the system can be improved by: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Adding a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Showing graphs and analytics.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Adding user roles.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Making a mobile version.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1750" dirty="0">
              <a:solidFill>
                <a:srgbClr val="C9C2C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4230A-7B1E-DCCF-9120-5B80E5336008}"/>
              </a:ext>
            </a:extLst>
          </p:cNvPr>
          <p:cNvSpPr txBox="1"/>
          <p:nvPr/>
        </p:nvSpPr>
        <p:spPr>
          <a:xfrm>
            <a:off x="660226" y="4641334"/>
            <a:ext cx="73152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b="1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C++ Documentation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Data Structures and Algorithms – Course Notesw3.school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“Priority Queue, Hash Table, Linked List”</a:t>
            </a:r>
            <a:endParaRPr lang="en-US" sz="1600" dirty="0">
              <a:solidFill>
                <a:schemeClr val="bg2">
                  <a:lumMod val="90000"/>
                </a:schemeClr>
              </a:solidFill>
              <a:latin typeface="Gelasio" panose="020B0604020202020204" charset="0"/>
              <a:cs typeface="Gelasio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MDN Web Docs – HTML, CSS, JavaScript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Hospital Management System Articles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90000"/>
                  </a:schemeClr>
                </a:solidFill>
                <a:latin typeface="Gelasio" panose="020B0604020202020204" charset="0"/>
                <a:cs typeface="Gelasio" panose="020B0604020202020204" charset="0"/>
              </a:rPr>
              <a:t>System Architecture –draw.io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724</Words>
  <Application>Microsoft Office PowerPoint</Application>
  <PresentationFormat>Custom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Gelasio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zoha shakeel</dc:creator>
  <cp:lastModifiedBy>Muhiba Shakeel</cp:lastModifiedBy>
  <cp:revision>10</cp:revision>
  <dcterms:created xsi:type="dcterms:W3CDTF">2025-12-23T14:39:07Z</dcterms:created>
  <dcterms:modified xsi:type="dcterms:W3CDTF">2025-12-31T15:04:46Z</dcterms:modified>
</cp:coreProperties>
</file>